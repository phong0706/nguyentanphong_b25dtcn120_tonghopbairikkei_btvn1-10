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B0D1-6E94-E8C0-BA85-584D197319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CD8E5-072C-16D8-74C8-9EA0EA74D0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9D9CA-1F3B-E876-507C-84ACEC65EA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E7A3E-4D91-ABC6-EB5F-4576CA979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758E8-E507-9A04-B2FE-148CA11C9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845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03CBDD-5A23-7D12-7E26-B545D9488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F968B-7647-A139-262B-179B0AAF4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84A1F-771B-B2A2-3B71-6D0993EB8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6A3D6-731E-701C-F371-18BD66DE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2A188-B3D6-0E08-8E5D-3682544B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948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90A5D-5A7B-2C97-4D6D-EA539E9E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793A3-7635-ACA3-5B36-3BA739473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93CC0-6D0C-832A-06BE-CD404DC49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11E4E-4A74-250D-BEB5-885AFE3D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BC852-CC19-A05B-A786-7593D433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24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ABDF3-F94D-AEC4-E427-B0D09E0E2B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0102-43B2-99B1-ED9D-8205A4D86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065D9-86E4-1EF6-FE52-7B7710B9B5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5D76F-DBAF-3181-4981-E798A33D0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2F2F6-E49F-B10C-E908-A1923AF42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22CE3-FEA3-E40D-8D91-7400C92A6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950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94363-358D-E619-3A62-139CA492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14F97-050C-A0FF-5D2F-FBF9E0CF3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1009AD-2560-6480-E8FD-97A3DB96A2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E4201C-CC4A-0B95-7CA6-4EC2513262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CDF0E-83C4-A6AB-99CE-18B23C0C75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97E7E0-F43D-DE61-56A4-54E17AB23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5BC773-166A-E68C-F643-14C6C1593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6BF21B-63E4-19A8-D8EF-63AFE848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69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0D90D-FC99-38DA-BA0E-440571D3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76959-5184-930A-3ED4-89F31C802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B8726-326D-D3D1-BDC5-FE11FC180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785C2C-A54D-3C3C-E346-E0D33461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4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8D3BFA-BF05-EFC0-31CA-1D152F8D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6231AA-7006-2CFA-EF75-AC63EAA1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F6535-D1C1-A26B-30E1-47813FDA8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3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73507-90E0-34FF-77A9-481C15B43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20F8C-ACBF-4802-243C-4F890C6ED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7E8FA2-2990-4CC5-2F57-3C5B00909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43768-51B8-5F06-C01A-B86FC0812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D51281-6A61-A7EA-3F15-4FAA575B3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77251-8B8E-7DAA-14C7-459E1D607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037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8A166-29EE-23A9-6EB9-45E424ABC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D4816E-F4BA-801E-01DD-CEAD18362A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772EBC-0A27-D1A1-0A4A-2F222FCF3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52049-3D43-DDD3-778B-292886CED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A2865C-2B27-72F5-88E5-80DBC3423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761F46-4FDD-C00B-AD59-08C954B08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25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9A4C-DB75-34F3-C6FC-DAC01249F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7FF1C5-4133-EFA8-58B3-5BB2DC8B1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0576B-80BC-EA90-970B-1D97ED69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8D0C2-7B03-68D8-0663-C7DD5DFE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1B8A9-929A-FF10-80A4-047576B5C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7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714AA64-2618-FC27-C766-3E91B2227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25D43-60E5-9EF6-2DD9-6C70EB86D7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34DE93-61C3-E7B6-D0EE-C4EDED803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C9A427-DAFC-0C59-5B2F-90D337E01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91635-A883-54F4-6DC6-159EBC0E2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41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1F52EF-1DF9-10E9-EA14-709F199C0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C32F25-C99B-C071-8F03-F3B009237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F7C133-54CE-F6F8-30D2-095711B599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47046E-90F6-45F0-A71A-98218634113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7D318F-7D80-E023-1028-FDC6CC5FB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A6568-D535-834C-90EE-847AA51722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D479E6-A0C0-43C7-A4A1-46CA1B71EC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292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BF89CD-829D-4151-F4A6-C6CB7DC3A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DANH MỤC SẢN PHẨM CÔNG TY</a:t>
            </a:r>
            <a:endParaRPr lang="en-US" dirty="0"/>
          </a:p>
        </p:txBody>
      </p:sp>
      <p:sp>
        <p:nvSpPr>
          <p:cNvPr id="9" name="Rectangle 8">
            <a:hlinkClick r:id="rId2" action="ppaction://hlinksldjump"/>
            <a:extLst>
              <a:ext uri="{FF2B5EF4-FFF2-40B4-BE49-F238E27FC236}">
                <a16:creationId xmlns:a16="http://schemas.microsoft.com/office/drawing/2014/main" id="{C3DAED75-839A-DCBD-9235-6D0C25FA9973}"/>
              </a:ext>
            </a:extLst>
          </p:cNvPr>
          <p:cNvSpPr/>
          <p:nvPr/>
        </p:nvSpPr>
        <p:spPr>
          <a:xfrm>
            <a:off x="1536192" y="3157728"/>
            <a:ext cx="1511808" cy="1182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Sản phẩm A</a:t>
            </a:r>
            <a:endParaRPr lang="en-US" dirty="0"/>
          </a:p>
        </p:txBody>
      </p:sp>
      <p:sp>
        <p:nvSpPr>
          <p:cNvPr id="10" name="Rectangle 9">
            <a:hlinkClick r:id="rId3" action="ppaction://hlinksldjump"/>
            <a:extLst>
              <a:ext uri="{FF2B5EF4-FFF2-40B4-BE49-F238E27FC236}">
                <a16:creationId xmlns:a16="http://schemas.microsoft.com/office/drawing/2014/main" id="{74757B64-5DCC-4E46-B237-3B2E2892C47E}"/>
              </a:ext>
            </a:extLst>
          </p:cNvPr>
          <p:cNvSpPr/>
          <p:nvPr/>
        </p:nvSpPr>
        <p:spPr>
          <a:xfrm>
            <a:off x="8482584" y="3157728"/>
            <a:ext cx="1511808" cy="1182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Sản phẩm C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364049-C192-D3CF-CF4D-4BB07B743853}"/>
              </a:ext>
            </a:extLst>
          </p:cNvPr>
          <p:cNvSpPr/>
          <p:nvPr/>
        </p:nvSpPr>
        <p:spPr>
          <a:xfrm>
            <a:off x="5009388" y="3157728"/>
            <a:ext cx="1511808" cy="1182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>
                <a:hlinkClick r:id="rId4" action="ppaction://hlinksldjump"/>
              </a:rPr>
              <a:t>Sản</a:t>
            </a:r>
            <a:r>
              <a:rPr lang="vi-VN" dirty="0"/>
              <a:t> phẩm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292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EC6B50D-B85D-C1A7-4FC4-F4BF8694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 Sản phẩm A</a:t>
            </a:r>
            <a:endParaRPr lang="en-US" dirty="0"/>
          </a:p>
        </p:txBody>
      </p:sp>
      <p:sp>
        <p:nvSpPr>
          <p:cNvPr id="5" name="Arrow: Right 4">
            <a:hlinkClick r:id="rId2" action="ppaction://hlinksldjump"/>
            <a:extLst>
              <a:ext uri="{FF2B5EF4-FFF2-40B4-BE49-F238E27FC236}">
                <a16:creationId xmlns:a16="http://schemas.microsoft.com/office/drawing/2014/main" id="{993ADEDE-5240-3B2C-8AD4-FFE40531B17E}"/>
              </a:ext>
            </a:extLst>
          </p:cNvPr>
          <p:cNvSpPr/>
          <p:nvPr/>
        </p:nvSpPr>
        <p:spPr>
          <a:xfrm>
            <a:off x="9866376" y="5279136"/>
            <a:ext cx="1487424" cy="1109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Quay lại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7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08A21D-AB95-20A8-059C-628FA59D6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2.Sản phẩm B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AA678BB-4F3A-DD1E-228E-6FA2B5C3C79F}"/>
              </a:ext>
            </a:extLst>
          </p:cNvPr>
          <p:cNvSpPr/>
          <p:nvPr/>
        </p:nvSpPr>
        <p:spPr>
          <a:xfrm>
            <a:off x="9866376" y="5279136"/>
            <a:ext cx="1487424" cy="1109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Quay </a:t>
            </a:r>
            <a:r>
              <a:rPr lang="vi-VN" dirty="0">
                <a:hlinkClick r:id="rId2" action="ppaction://hlinksldjump"/>
              </a:rPr>
              <a:t>lại</a:t>
            </a:r>
            <a:r>
              <a:rPr lang="vi-VN" dirty="0"/>
              <a:t>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1588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C3B2B-677A-80A2-85DE-6F0A73EC3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Sản phẩm C</a:t>
            </a:r>
            <a:endParaRPr lang="en-US" dirty="0"/>
          </a:p>
        </p:txBody>
      </p:sp>
      <p:sp>
        <p:nvSpPr>
          <p:cNvPr id="5" name="Arrow: Right 4">
            <a:hlinkClick r:id="rId2" action="ppaction://hlinksldjump"/>
            <a:extLst>
              <a:ext uri="{FF2B5EF4-FFF2-40B4-BE49-F238E27FC236}">
                <a16:creationId xmlns:a16="http://schemas.microsoft.com/office/drawing/2014/main" id="{EB32BA3F-8B77-5BCA-A31B-E1FE83D5629A}"/>
              </a:ext>
            </a:extLst>
          </p:cNvPr>
          <p:cNvSpPr/>
          <p:nvPr/>
        </p:nvSpPr>
        <p:spPr>
          <a:xfrm>
            <a:off x="9866376" y="5279136"/>
            <a:ext cx="1487424" cy="110947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dirty="0"/>
              <a:t>Quay lại menu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240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DANH MỤC SẢN PHẨM CÔNG TY</vt:lpstr>
      <vt:lpstr>1. Sản phẩm A</vt:lpstr>
      <vt:lpstr>2.Sản phẩm B</vt:lpstr>
      <vt:lpstr>3. Sản phẩm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2025-10-01T16:19:56Z</dcterms:created>
  <dcterms:modified xsi:type="dcterms:W3CDTF">2025-10-01T16:23:15Z</dcterms:modified>
</cp:coreProperties>
</file>