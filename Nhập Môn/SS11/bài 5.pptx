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3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Nguyễn </a:t>
            </a:r>
            <a:r>
              <a:rPr lang="en-US" dirty="0" err="1"/>
              <a:t>Tấn</a:t>
            </a:r>
            <a:r>
              <a:rPr lang="en-US" dirty="0"/>
              <a:t> Phong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195" y="80085"/>
            <a:ext cx="8229600" cy="1143000"/>
          </a:xfrm>
        </p:spPr>
        <p:txBody>
          <a:bodyPr/>
          <a:lstStyle/>
          <a:p>
            <a:r>
              <a:rPr dirty="0"/>
              <a:t>Slide 1 -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Nội</a:t>
            </a:r>
            <a:r>
              <a:rPr dirty="0"/>
              <a:t> dung </a:t>
            </a:r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Transition (</a:t>
            </a: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PowerPoint).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Slide 2 -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Animation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văn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Slide 3 -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chiếu</a:t>
            </a:r>
            <a:r>
              <a:rPr dirty="0"/>
              <a:t> (Slide Show)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</Words>
  <Application>Microsoft Office PowerPoint</Application>
  <PresentationFormat>On-screen Show (4:3)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Bài Tập 3</vt:lpstr>
      <vt:lpstr>Slide 1 - Transition</vt:lpstr>
      <vt:lpstr>Slide 2 - Animation</vt:lpstr>
      <vt:lpstr>Slide 3 - Kết quả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Nguyen Tan Phong D25CN07</cp:lastModifiedBy>
  <cp:revision>4</cp:revision>
  <dcterms:created xsi:type="dcterms:W3CDTF">2013-01-27T09:14:16Z</dcterms:created>
  <dcterms:modified xsi:type="dcterms:W3CDTF">2025-10-01T16:46:54Z</dcterms:modified>
  <cp:category/>
</cp:coreProperties>
</file>