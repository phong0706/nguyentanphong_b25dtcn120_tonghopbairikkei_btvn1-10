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06F1-27E8-47D0-3B9D-804F0FBE5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08761-E24E-C39F-93D0-3C2912A63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BC09B-412E-C7E1-745C-365286A2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A1710-987A-1A6C-A1A3-2269055C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64363-F5DB-095A-5BF0-2005FCDE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0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CD04-34A4-A6CD-9B15-66E012CE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F2A5-4F23-FD01-CD52-974F11C74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BDB2D-5246-C846-B00B-BC831A59E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85C97-C50D-7613-4846-F2627A99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55EE8-BED9-37C6-6598-53DB0134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4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4190-2366-0807-6615-400659843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27895-BA30-5550-A9CE-CFE8F468C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B7180-4594-2240-64AA-3EDD574E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39E1F-89EE-9AD9-7F23-B7E519D3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AEC1A-1C0F-0C63-60FE-BCBF9171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2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70CA-73F9-244E-893A-DC4C6691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45505-3D74-0D7E-1368-1FE8FFA66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91659-DD76-E3CD-C9B4-4DEDF2B46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591AF-C2B0-60F3-3E0C-BF02BDD64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77E4A-2220-2CA4-8EF4-368B48A4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61521-5066-55C9-7907-DB009F851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1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24D9-26A7-6A97-0177-3F9D79D9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EBDBD-4B59-3928-8906-0FAA212E1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68A45-BC05-7CCF-F7EC-A9DB9B62A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7F108-685C-DE6C-D8F4-32C4FABE8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E45FB-FF44-B0D9-F494-E46DCA801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E9CDB-B41E-C313-47E2-E66812378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CEF50A-E1EF-8D55-F063-FB213123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513921-727A-5132-AC01-F34523D7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0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11ED-3B6A-4E15-162C-5F2C1533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9049A-5330-F40A-07A6-818C8CB9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968BC-16F5-4D59-5247-B3C4EF153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CA615-7143-4DAD-9BBD-9450191E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0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F36413-0BDF-F505-C508-DC2A4A9E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2BA2A-96B0-A7AF-E7C1-60F8E823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DCB92-11BC-0322-BF13-D0F6A037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171C8-F3CD-4D39-4E7C-2C9A73AB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006D-74E7-E959-0A20-73D658847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7B235-98BF-D638-8A02-28DF08B27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F8BDC-DFB1-98C6-3A13-28D1C14E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40237-62BD-912A-0126-AE33B66DE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F3DFE-7324-E1D4-1406-7A5DF146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6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3375-755E-034C-FEDB-E301822C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359E9-EF76-C79B-7004-2BF7DB715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E86A9-A07F-5517-696B-F74092FC4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C0C9D-E15C-9AB0-67C0-D6076672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7457B-759E-112F-B039-9FAAE5C9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2E5DB-1960-44F3-0103-197CCF60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8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79FA-C013-DB62-4755-1FC50046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B672E-DEC2-1769-467B-0452C0B09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AD553-6685-6C37-3DE0-FE4EBC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851A9-A838-52F6-CFC6-72CB4143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66CDB-869F-55F5-1168-B795DF85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3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59512-B407-583B-CFF0-B3528261A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C0436-BFB3-13BD-CD4C-8A97046E9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6B981-5865-7CF9-43D8-FD3C0F7C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2D2F4-68BC-436E-8094-E1320D78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D6C02-AEC8-3DB8-71D6-6BC42FB7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1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8A3A9-8108-C77C-47FE-D0AFFD05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28E72-BD80-F7DE-B8E8-11CA4F476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596FE-7E83-1C38-1C1D-FBD48668B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35111-3E0C-4A07-9D70-AAE5B6EAADE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E2E02-BBB3-077B-CFAC-EA5736DB8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A1CE-8B6F-5E1F-2CF2-5C45F9BA8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AD560-9097-4385-9B19-F67D949A9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22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88AE-68B9-E1A6-E869-BD3A1EAD08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Minh Họa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52BDE-7A78-7DD6-65D2-C3A2EA4EE9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Nguyễn </a:t>
            </a:r>
            <a:r>
              <a:rPr lang="en-US" dirty="0" err="1"/>
              <a:t>Tấn</a:t>
            </a:r>
            <a:r>
              <a:rPr lang="en-US" dirty="0"/>
              <a:t> Phong</a:t>
            </a:r>
          </a:p>
        </p:txBody>
      </p:sp>
      <p:pic>
        <p:nvPicPr>
          <p:cNvPr id="7" name="Picture 6" descr="A cell phone with a brain on it&#10;&#10;AI-generated content may be incorrect.">
            <a:extLst>
              <a:ext uri="{FF2B5EF4-FFF2-40B4-BE49-F238E27FC236}">
                <a16:creationId xmlns:a16="http://schemas.microsoft.com/office/drawing/2014/main" id="{CE0F034A-B2D5-07AD-53B4-C95F2D1D9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427790"/>
            <a:ext cx="2571750" cy="251842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3804931-6D31-6C4E-0C73-0B041A2E0F52}"/>
              </a:ext>
            </a:extLst>
          </p:cNvPr>
          <p:cNvSpPr/>
          <p:nvPr/>
        </p:nvSpPr>
        <p:spPr>
          <a:xfrm>
            <a:off x="7329163" y="3602038"/>
            <a:ext cx="2295728" cy="21623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33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Hình Ảnh Minh Họa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Tan Phong D25CN07</dc:creator>
  <cp:lastModifiedBy>Nguyen Tan Phong D25CN07</cp:lastModifiedBy>
  <cp:revision>1</cp:revision>
  <dcterms:created xsi:type="dcterms:W3CDTF">2025-10-01T16:27:18Z</dcterms:created>
  <dcterms:modified xsi:type="dcterms:W3CDTF">2025-10-01T16:38:57Z</dcterms:modified>
</cp:coreProperties>
</file>