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87D962-4E6F-4C30-ABEE-4A716E2B4AC6}" type="doc">
      <dgm:prSet loTypeId="urn:microsoft.com/office/officeart/2005/8/layout/chevron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A83928F-D35B-465A-8F18-8A1ED032E00D}">
      <dgm:prSet phldrT="[Text]"/>
      <dgm:spPr/>
      <dgm:t>
        <a:bodyPr/>
        <a:lstStyle/>
        <a:p>
          <a:r>
            <a:rPr lang="vi-VN" dirty="0"/>
            <a:t>Học tập</a:t>
          </a:r>
          <a:endParaRPr lang="en-US" dirty="0"/>
        </a:p>
      </dgm:t>
    </dgm:pt>
    <dgm:pt modelId="{C05CF408-F654-4960-9F09-202CB52344AE}" type="parTrans" cxnId="{DDFA7786-BE51-4D58-AFB2-6FB680BCAB8C}">
      <dgm:prSet/>
      <dgm:spPr/>
      <dgm:t>
        <a:bodyPr/>
        <a:lstStyle/>
        <a:p>
          <a:endParaRPr lang="en-US"/>
        </a:p>
      </dgm:t>
    </dgm:pt>
    <dgm:pt modelId="{1D5CB6C2-7D92-47A3-9780-BB31235A9F5E}" type="sibTrans" cxnId="{DDFA7786-BE51-4D58-AFB2-6FB680BCAB8C}">
      <dgm:prSet/>
      <dgm:spPr/>
      <dgm:t>
        <a:bodyPr/>
        <a:lstStyle/>
        <a:p>
          <a:endParaRPr lang="en-US"/>
        </a:p>
      </dgm:t>
    </dgm:pt>
    <dgm:pt modelId="{F354A0E6-8FBA-4D86-B0A1-74BA6F898FC2}">
      <dgm:prSet phldrT="[Text]"/>
      <dgm:spPr/>
      <dgm:t>
        <a:bodyPr/>
        <a:lstStyle/>
        <a:p>
          <a:r>
            <a:rPr lang="vi-VN" dirty="0"/>
            <a:t>Thực hành</a:t>
          </a:r>
          <a:endParaRPr lang="en-US" dirty="0"/>
        </a:p>
      </dgm:t>
    </dgm:pt>
    <dgm:pt modelId="{8C72E25D-9EA2-46B7-B9AE-CDF7FB4F274C}" type="parTrans" cxnId="{843E0214-6388-4E3D-822E-1FF56174C551}">
      <dgm:prSet/>
      <dgm:spPr/>
      <dgm:t>
        <a:bodyPr/>
        <a:lstStyle/>
        <a:p>
          <a:endParaRPr lang="en-US"/>
        </a:p>
      </dgm:t>
    </dgm:pt>
    <dgm:pt modelId="{D3BACAF1-1F91-495E-9A65-C8A089EE5A2B}" type="sibTrans" cxnId="{843E0214-6388-4E3D-822E-1FF56174C551}">
      <dgm:prSet/>
      <dgm:spPr/>
      <dgm:t>
        <a:bodyPr/>
        <a:lstStyle/>
        <a:p>
          <a:endParaRPr lang="en-US"/>
        </a:p>
      </dgm:t>
    </dgm:pt>
    <dgm:pt modelId="{7F82A34C-9879-4736-830D-AD99AC5D151E}">
      <dgm:prSet phldrT="[Text]"/>
      <dgm:spPr/>
      <dgm:t>
        <a:bodyPr/>
        <a:lstStyle/>
        <a:p>
          <a:r>
            <a:rPr lang="vi-VN" dirty="0"/>
            <a:t>Đánh giá</a:t>
          </a:r>
          <a:endParaRPr lang="en-US" dirty="0"/>
        </a:p>
      </dgm:t>
    </dgm:pt>
    <dgm:pt modelId="{ABE7D6B6-2189-48E7-AB64-C17AF9AB633D}" type="parTrans" cxnId="{77E4D38C-EBB9-428B-A743-2E66775C1AD0}">
      <dgm:prSet/>
      <dgm:spPr/>
      <dgm:t>
        <a:bodyPr/>
        <a:lstStyle/>
        <a:p>
          <a:endParaRPr lang="en-US"/>
        </a:p>
      </dgm:t>
    </dgm:pt>
    <dgm:pt modelId="{68C2FA5F-70C7-4120-AD7C-664370048EAA}" type="sibTrans" cxnId="{77E4D38C-EBB9-428B-A743-2E66775C1AD0}">
      <dgm:prSet/>
      <dgm:spPr/>
      <dgm:t>
        <a:bodyPr/>
        <a:lstStyle/>
        <a:p>
          <a:endParaRPr lang="en-US"/>
        </a:p>
      </dgm:t>
    </dgm:pt>
    <dgm:pt modelId="{8D8C6B1A-7AE0-4DC1-8FAB-357F659A7662}">
      <dgm:prSet/>
      <dgm:spPr/>
      <dgm:t>
        <a:bodyPr/>
        <a:lstStyle/>
        <a:p>
          <a:r>
            <a:rPr lang="vi-VN" dirty="0"/>
            <a:t>Phát triển</a:t>
          </a:r>
          <a:endParaRPr lang="en-US" dirty="0"/>
        </a:p>
      </dgm:t>
    </dgm:pt>
    <dgm:pt modelId="{30392D8A-B685-462C-9570-74BBB8E403E8}" type="parTrans" cxnId="{3AD7BCCC-0EDF-4EC2-A4F2-EE502D72F61E}">
      <dgm:prSet/>
      <dgm:spPr/>
      <dgm:t>
        <a:bodyPr/>
        <a:lstStyle/>
        <a:p>
          <a:endParaRPr lang="en-US"/>
        </a:p>
      </dgm:t>
    </dgm:pt>
    <dgm:pt modelId="{60229BDA-F8E3-411B-9DFC-635EB711B665}" type="sibTrans" cxnId="{3AD7BCCC-0EDF-4EC2-A4F2-EE502D72F61E}">
      <dgm:prSet/>
      <dgm:spPr/>
      <dgm:t>
        <a:bodyPr/>
        <a:lstStyle/>
        <a:p>
          <a:endParaRPr lang="en-US"/>
        </a:p>
      </dgm:t>
    </dgm:pt>
    <dgm:pt modelId="{45D8D879-9860-4CF4-9736-963A768E0935}" type="pres">
      <dgm:prSet presAssocID="{0387D962-4E6F-4C30-ABEE-4A716E2B4AC6}" presName="Name0" presStyleCnt="0">
        <dgm:presLayoutVars>
          <dgm:dir/>
          <dgm:animLvl val="lvl"/>
          <dgm:resizeHandles val="exact"/>
        </dgm:presLayoutVars>
      </dgm:prSet>
      <dgm:spPr/>
    </dgm:pt>
    <dgm:pt modelId="{0DBB99B3-6790-45E7-9415-9239A4CA79C5}" type="pres">
      <dgm:prSet presAssocID="{7A83928F-D35B-465A-8F18-8A1ED032E00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EC1AB1C-71EA-452B-831A-55FFC5E3A79F}" type="pres">
      <dgm:prSet presAssocID="{1D5CB6C2-7D92-47A3-9780-BB31235A9F5E}" presName="parTxOnlySpace" presStyleCnt="0"/>
      <dgm:spPr/>
    </dgm:pt>
    <dgm:pt modelId="{08314DE5-E359-49A7-A177-939AE62DB5F0}" type="pres">
      <dgm:prSet presAssocID="{F354A0E6-8FBA-4D86-B0A1-74BA6F898FC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98218B-4511-42FA-8194-6D0726EA55F0}" type="pres">
      <dgm:prSet presAssocID="{D3BACAF1-1F91-495E-9A65-C8A089EE5A2B}" presName="parTxOnlySpace" presStyleCnt="0"/>
      <dgm:spPr/>
    </dgm:pt>
    <dgm:pt modelId="{779E3D57-A8D0-4043-A51C-61691365BD80}" type="pres">
      <dgm:prSet presAssocID="{7F82A34C-9879-4736-830D-AD99AC5D151E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C8C77A5-9B7B-4BAB-8328-15EE569A3249}" type="pres">
      <dgm:prSet presAssocID="{68C2FA5F-70C7-4120-AD7C-664370048EAA}" presName="parTxOnlySpace" presStyleCnt="0"/>
      <dgm:spPr/>
    </dgm:pt>
    <dgm:pt modelId="{BDAED09D-574F-4FFC-9B9F-4AC69824715C}" type="pres">
      <dgm:prSet presAssocID="{8D8C6B1A-7AE0-4DC1-8FAB-357F659A766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D0A412-86EF-48CD-9443-A785C6B3C6E8}" type="presOf" srcId="{8D8C6B1A-7AE0-4DC1-8FAB-357F659A7662}" destId="{BDAED09D-574F-4FFC-9B9F-4AC69824715C}" srcOrd="0" destOrd="0" presId="urn:microsoft.com/office/officeart/2005/8/layout/chevron1"/>
    <dgm:cxn modelId="{843E0214-6388-4E3D-822E-1FF56174C551}" srcId="{0387D962-4E6F-4C30-ABEE-4A716E2B4AC6}" destId="{F354A0E6-8FBA-4D86-B0A1-74BA6F898FC2}" srcOrd="1" destOrd="0" parTransId="{8C72E25D-9EA2-46B7-B9AE-CDF7FB4F274C}" sibTransId="{D3BACAF1-1F91-495E-9A65-C8A089EE5A2B}"/>
    <dgm:cxn modelId="{1846AB66-BCE4-4FFF-B76A-872C14719B5F}" type="presOf" srcId="{7F82A34C-9879-4736-830D-AD99AC5D151E}" destId="{779E3D57-A8D0-4043-A51C-61691365BD80}" srcOrd="0" destOrd="0" presId="urn:microsoft.com/office/officeart/2005/8/layout/chevron1"/>
    <dgm:cxn modelId="{752D2F6A-0B30-41B1-A06B-C74D2D846725}" type="presOf" srcId="{0387D962-4E6F-4C30-ABEE-4A716E2B4AC6}" destId="{45D8D879-9860-4CF4-9736-963A768E0935}" srcOrd="0" destOrd="0" presId="urn:microsoft.com/office/officeart/2005/8/layout/chevron1"/>
    <dgm:cxn modelId="{DDFA7786-BE51-4D58-AFB2-6FB680BCAB8C}" srcId="{0387D962-4E6F-4C30-ABEE-4A716E2B4AC6}" destId="{7A83928F-D35B-465A-8F18-8A1ED032E00D}" srcOrd="0" destOrd="0" parTransId="{C05CF408-F654-4960-9F09-202CB52344AE}" sibTransId="{1D5CB6C2-7D92-47A3-9780-BB31235A9F5E}"/>
    <dgm:cxn modelId="{77E4D38C-EBB9-428B-A743-2E66775C1AD0}" srcId="{0387D962-4E6F-4C30-ABEE-4A716E2B4AC6}" destId="{7F82A34C-9879-4736-830D-AD99AC5D151E}" srcOrd="2" destOrd="0" parTransId="{ABE7D6B6-2189-48E7-AB64-C17AF9AB633D}" sibTransId="{68C2FA5F-70C7-4120-AD7C-664370048EAA}"/>
    <dgm:cxn modelId="{3AD7BCCC-0EDF-4EC2-A4F2-EE502D72F61E}" srcId="{0387D962-4E6F-4C30-ABEE-4A716E2B4AC6}" destId="{8D8C6B1A-7AE0-4DC1-8FAB-357F659A7662}" srcOrd="3" destOrd="0" parTransId="{30392D8A-B685-462C-9570-74BBB8E403E8}" sibTransId="{60229BDA-F8E3-411B-9DFC-635EB711B665}"/>
    <dgm:cxn modelId="{7B4458D0-EB40-4A3F-9688-D463214B539B}" type="presOf" srcId="{7A83928F-D35B-465A-8F18-8A1ED032E00D}" destId="{0DBB99B3-6790-45E7-9415-9239A4CA79C5}" srcOrd="0" destOrd="0" presId="urn:microsoft.com/office/officeart/2005/8/layout/chevron1"/>
    <dgm:cxn modelId="{6231D9ED-3487-4BB9-8491-A38F67A0B91F}" type="presOf" srcId="{F354A0E6-8FBA-4D86-B0A1-74BA6F898FC2}" destId="{08314DE5-E359-49A7-A177-939AE62DB5F0}" srcOrd="0" destOrd="0" presId="urn:microsoft.com/office/officeart/2005/8/layout/chevron1"/>
    <dgm:cxn modelId="{8477DE72-CBF6-44F2-AC1E-1F21451B33CA}" type="presParOf" srcId="{45D8D879-9860-4CF4-9736-963A768E0935}" destId="{0DBB99B3-6790-45E7-9415-9239A4CA79C5}" srcOrd="0" destOrd="0" presId="urn:microsoft.com/office/officeart/2005/8/layout/chevron1"/>
    <dgm:cxn modelId="{F327AB1F-6CE0-4F90-B781-24658B2CD4C3}" type="presParOf" srcId="{45D8D879-9860-4CF4-9736-963A768E0935}" destId="{AEC1AB1C-71EA-452B-831A-55FFC5E3A79F}" srcOrd="1" destOrd="0" presId="urn:microsoft.com/office/officeart/2005/8/layout/chevron1"/>
    <dgm:cxn modelId="{431CBF71-0A6B-47D9-93D2-62FAF70B5065}" type="presParOf" srcId="{45D8D879-9860-4CF4-9736-963A768E0935}" destId="{08314DE5-E359-49A7-A177-939AE62DB5F0}" srcOrd="2" destOrd="0" presId="urn:microsoft.com/office/officeart/2005/8/layout/chevron1"/>
    <dgm:cxn modelId="{AD98E0CF-33B0-404E-AD4D-9534658C171C}" type="presParOf" srcId="{45D8D879-9860-4CF4-9736-963A768E0935}" destId="{C098218B-4511-42FA-8194-6D0726EA55F0}" srcOrd="3" destOrd="0" presId="urn:microsoft.com/office/officeart/2005/8/layout/chevron1"/>
    <dgm:cxn modelId="{0D24CD91-D6EB-4388-B9D2-1D518FE84969}" type="presParOf" srcId="{45D8D879-9860-4CF4-9736-963A768E0935}" destId="{779E3D57-A8D0-4043-A51C-61691365BD80}" srcOrd="4" destOrd="0" presId="urn:microsoft.com/office/officeart/2005/8/layout/chevron1"/>
    <dgm:cxn modelId="{9318C91A-EA1C-4E35-B862-57858B3B0C7F}" type="presParOf" srcId="{45D8D879-9860-4CF4-9736-963A768E0935}" destId="{9C8C77A5-9B7B-4BAB-8328-15EE569A3249}" srcOrd="5" destOrd="0" presId="urn:microsoft.com/office/officeart/2005/8/layout/chevron1"/>
    <dgm:cxn modelId="{3026C855-CA28-4C7B-BE73-2E1702B8E782}" type="presParOf" srcId="{45D8D879-9860-4CF4-9736-963A768E0935}" destId="{BDAED09D-574F-4FFC-9B9F-4AC69824715C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B99B3-6790-45E7-9415-9239A4CA79C5}">
      <dsp:nvSpPr>
        <dsp:cNvPr id="0" name=""/>
        <dsp:cNvSpPr/>
      </dsp:nvSpPr>
      <dsp:spPr>
        <a:xfrm>
          <a:off x="4877" y="1607785"/>
          <a:ext cx="2839417" cy="113576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50673" rIns="50673" bIns="50673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800" kern="1200" dirty="0"/>
            <a:t>Học tập</a:t>
          </a:r>
          <a:endParaRPr lang="en-US" sz="3800" kern="1200" dirty="0"/>
        </a:p>
      </dsp:txBody>
      <dsp:txXfrm>
        <a:off x="572760" y="1607785"/>
        <a:ext cx="1703651" cy="1135766"/>
      </dsp:txXfrm>
    </dsp:sp>
    <dsp:sp modelId="{08314DE5-E359-49A7-A177-939AE62DB5F0}">
      <dsp:nvSpPr>
        <dsp:cNvPr id="0" name=""/>
        <dsp:cNvSpPr/>
      </dsp:nvSpPr>
      <dsp:spPr>
        <a:xfrm>
          <a:off x="2560353" y="1607785"/>
          <a:ext cx="2839417" cy="1135766"/>
        </a:xfrm>
        <a:prstGeom prst="chevron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50673" rIns="50673" bIns="50673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800" kern="1200" dirty="0"/>
            <a:t>Thực hành</a:t>
          </a:r>
          <a:endParaRPr lang="en-US" sz="3800" kern="1200" dirty="0"/>
        </a:p>
      </dsp:txBody>
      <dsp:txXfrm>
        <a:off x="3128236" y="1607785"/>
        <a:ext cx="1703651" cy="1135766"/>
      </dsp:txXfrm>
    </dsp:sp>
    <dsp:sp modelId="{779E3D57-A8D0-4043-A51C-61691365BD80}">
      <dsp:nvSpPr>
        <dsp:cNvPr id="0" name=""/>
        <dsp:cNvSpPr/>
      </dsp:nvSpPr>
      <dsp:spPr>
        <a:xfrm>
          <a:off x="5115829" y="1607785"/>
          <a:ext cx="2839417" cy="1135766"/>
        </a:xfrm>
        <a:prstGeom prst="chevron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50673" rIns="50673" bIns="50673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800" kern="1200" dirty="0"/>
            <a:t>Đánh giá</a:t>
          </a:r>
          <a:endParaRPr lang="en-US" sz="3800" kern="1200" dirty="0"/>
        </a:p>
      </dsp:txBody>
      <dsp:txXfrm>
        <a:off x="5683712" y="1607785"/>
        <a:ext cx="1703651" cy="1135766"/>
      </dsp:txXfrm>
    </dsp:sp>
    <dsp:sp modelId="{BDAED09D-574F-4FFC-9B9F-4AC69824715C}">
      <dsp:nvSpPr>
        <dsp:cNvPr id="0" name=""/>
        <dsp:cNvSpPr/>
      </dsp:nvSpPr>
      <dsp:spPr>
        <a:xfrm>
          <a:off x="7671304" y="1607785"/>
          <a:ext cx="2839417" cy="1135766"/>
        </a:xfrm>
        <a:prstGeom prst="chevron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50673" rIns="50673" bIns="50673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800" kern="1200" dirty="0"/>
            <a:t>Phát triển</a:t>
          </a:r>
          <a:endParaRPr lang="en-US" sz="3800" kern="1200" dirty="0"/>
        </a:p>
      </dsp:txBody>
      <dsp:txXfrm>
        <a:off x="8239187" y="1607785"/>
        <a:ext cx="1703651" cy="1135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B5B2-A5E2-FFBB-9A9F-EBE28D7E9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F49CA-4264-1B9A-CCD1-D4188AB3C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4768E-3A95-9A63-AC99-08A93718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890B9-B53F-D213-CFEC-BE2BD985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9AAD0-CC0C-497B-05F5-90D28219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7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1851-98E5-64CC-9BB1-E7EC8921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FF889-D6D9-7FFE-F18D-D18C1A587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64F08-6B55-98CF-7EEA-892863C6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A7E1F-C80F-4229-919D-AF681B5B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2DAC7-FC97-2396-D250-0A73E54B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0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9BB5-C732-587B-C792-C41351F3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92205-9710-3CEB-A883-39CAD4567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18AB-8179-E76E-9DDE-49F30ADC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C3266-54F3-A135-D231-F851AFB0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BD6E8-1291-47EE-22C0-BE2BACAA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3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27AD-E4C8-D712-250B-5F6F4D57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5B788-8E19-462E-83D3-2D88902C8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C5535-1176-0191-24C5-0332A51EA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11168-74E9-1D05-4B1B-B2FECEE8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086F3-B0FA-6C78-3555-90013576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BD66E-C437-67CE-AB74-A1945D0B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4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693B-FAD5-CEA6-9252-178D259B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C2942-4D22-159D-BBCC-DC4279EF8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425DE-DA81-5CEB-5C4C-E2BD785F9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C5DC0-69FC-E539-CA1F-608E87A13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B6B0D-61EF-7410-49C7-7CF31B893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6D6C4-86DA-72E5-612A-0BE3652D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D7D5CA-2000-5812-DCE3-964FECCF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DC42F-2642-1390-3F58-0AEEF644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43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BDD4-1864-AAB8-D2D6-5C50A2AC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CF0EAE-D779-72F1-2D9D-150909BC7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A71D6-9D28-3773-9992-84188E38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D15CA-12FC-0B31-4970-E978FA6A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4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67EFD-2525-EA03-E955-AECFD972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32DBD-8408-1506-34F1-68B19AB7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4C566-4CBB-97C5-B39A-AF1382C23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2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EAB7-5601-7DE7-3214-70FAA940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11D20-5C4F-9CFE-0B66-C9B65C7BF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9CEB8-CA40-08BB-4749-907B45B47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FB481-3FA9-497D-74C7-6AEE3A82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15E3-AB72-4503-923A-77BA8F94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08AC5-7C97-61B5-DD93-EAEC7DFC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9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6AA94-0BF6-13BD-1DFA-B9C0D797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A88DA-C0F7-0229-C7B9-B9E9427C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EF3E2-8C08-C7A1-21E5-907D08A2A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89C0E-A5DF-C20A-EBD4-39C29896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4DA0A-E8BB-305F-6819-3B116D99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F7F13-9C9D-E85A-972F-9C343DFE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42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71EF-F9AC-ED7D-9516-8AFE3E3B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D0DF5-5D37-8E98-44E6-2343E9F71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4ECBB-415C-FCC4-B842-3B6B77EE8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A92A-BC07-4D3F-D98F-8C95CE00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E652D-C553-91CF-6176-D0740158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69A1E-2BB3-7526-A613-0FED63945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A8D8A-CE55-315D-5852-D1A4CC75D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3BE6C-F08A-2099-E7C8-54ED00C6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56483-0CF0-0DB3-256C-3BF911BF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0EF1-C5BE-24BA-A2FA-9055244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8F2CB3-C8B1-C8D3-598F-113CC5B7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DCC01-1AAF-49AD-F8D4-D481CF4EC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3244F-1197-AFCD-29F0-8A10D7E8E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F1A4-6C93-4223-B481-AF646D44735F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0098F-0BB7-4C86-C21A-45E7C4CF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479C-B5E8-AF39-01FF-2014FB98F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A57D-57C9-4CBD-9DA3-35BA7544B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0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ACAE82-D56B-6B33-8000-8E2C82B9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INFOGRAPHIC VỀ KỸ NĂNG CÁ NHÂN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F20CCD8-F13A-FF92-E222-0C236DC81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0955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Books with solid fill">
            <a:extLst>
              <a:ext uri="{FF2B5EF4-FFF2-40B4-BE49-F238E27FC236}">
                <a16:creationId xmlns:a16="http://schemas.microsoft.com/office/drawing/2014/main" id="{4A39EC84-1B9E-5DB9-4838-084A52D99C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0256" y="3800856"/>
            <a:ext cx="579120" cy="57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4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INFOGRAPHIC VỀ KỸ NĂNG CÁ NHÂN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2025-10-01T03:00:52Z</dcterms:created>
  <dcterms:modified xsi:type="dcterms:W3CDTF">2025-10-01T03:00:59Z</dcterms:modified>
</cp:coreProperties>
</file>