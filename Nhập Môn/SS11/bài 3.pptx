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666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Bài tập PowerPoint 02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Nguyễn Tấn Phong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003399"/>
                </a:solidFill>
              </a:rPr>
              <a:t>Thông tin cá nhân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b="1" dirty="0">
                <a:solidFill>
                  <a:srgbClr val="003399"/>
                </a:solidFill>
              </a:rPr>
              <a:t>- </a:t>
            </a:r>
            <a:r>
              <a:rPr sz="2000" b="1" dirty="0" err="1">
                <a:solidFill>
                  <a:srgbClr val="003399"/>
                </a:solidFill>
              </a:rPr>
              <a:t>Họ</a:t>
            </a:r>
            <a:r>
              <a:rPr sz="2000" b="1" dirty="0">
                <a:solidFill>
                  <a:srgbClr val="003399"/>
                </a:solidFill>
              </a:rPr>
              <a:t> </a:t>
            </a:r>
            <a:r>
              <a:rPr sz="2000" b="1" dirty="0" err="1">
                <a:solidFill>
                  <a:srgbClr val="003399"/>
                </a:solidFill>
              </a:rPr>
              <a:t>tên</a:t>
            </a:r>
            <a:r>
              <a:rPr sz="2000" b="1" dirty="0">
                <a:solidFill>
                  <a:srgbClr val="003399"/>
                </a:solidFill>
              </a:rPr>
              <a:t>: Nguyễn </a:t>
            </a:r>
            <a:r>
              <a:rPr sz="2000" b="1" dirty="0" err="1">
                <a:solidFill>
                  <a:srgbClr val="003399"/>
                </a:solidFill>
              </a:rPr>
              <a:t>Tấn</a:t>
            </a:r>
            <a:r>
              <a:rPr sz="2000" b="1" dirty="0">
                <a:solidFill>
                  <a:srgbClr val="003399"/>
                </a:solidFill>
              </a:rPr>
              <a:t> Phong</a:t>
            </a:r>
          </a:p>
          <a:p>
            <a:r>
              <a:rPr sz="2000" b="1" dirty="0">
                <a:solidFill>
                  <a:srgbClr val="003399"/>
                </a:solidFill>
              </a:rPr>
              <a:t>- </a:t>
            </a:r>
            <a:r>
              <a:rPr sz="2000" b="1" dirty="0" err="1">
                <a:solidFill>
                  <a:srgbClr val="003399"/>
                </a:solidFill>
              </a:rPr>
              <a:t>Lớp</a:t>
            </a:r>
            <a:r>
              <a:rPr sz="2000" b="1" dirty="0">
                <a:solidFill>
                  <a:srgbClr val="003399"/>
                </a:solidFill>
              </a:rPr>
              <a:t>: </a:t>
            </a:r>
            <a:r>
              <a:rPr lang="en-US" sz="2000" b="1" dirty="0">
                <a:solidFill>
                  <a:srgbClr val="003399"/>
                </a:solidFill>
              </a:rPr>
              <a:t>CNTT 06</a:t>
            </a:r>
            <a:r>
              <a:rPr sz="2000" b="1" dirty="0">
                <a:solidFill>
                  <a:srgbClr val="003399"/>
                </a:solidFill>
              </a:rPr>
              <a:t> </a:t>
            </a:r>
            <a:r>
              <a:rPr lang="en-US" sz="2000" b="1" dirty="0">
                <a:solidFill>
                  <a:srgbClr val="003399"/>
                </a:solidFill>
              </a:rPr>
              <a:t>–</a:t>
            </a:r>
            <a:r>
              <a:rPr sz="2000" b="1" dirty="0">
                <a:solidFill>
                  <a:srgbClr val="003399"/>
                </a:solidFill>
              </a:rPr>
              <a:t> </a:t>
            </a:r>
            <a:r>
              <a:rPr lang="en-US" sz="2000" b="1" dirty="0">
                <a:solidFill>
                  <a:srgbClr val="003399"/>
                </a:solidFill>
              </a:rPr>
              <a:t>Học Viện Công </a:t>
            </a:r>
            <a:r>
              <a:rPr lang="en-US" sz="2000" b="1" dirty="0" err="1">
                <a:solidFill>
                  <a:srgbClr val="003399"/>
                </a:solidFill>
              </a:rPr>
              <a:t>Nghệ</a:t>
            </a:r>
            <a:r>
              <a:rPr lang="en-US" sz="2000" b="1" dirty="0">
                <a:solidFill>
                  <a:srgbClr val="003399"/>
                </a:solidFill>
              </a:rPr>
              <a:t> </a:t>
            </a:r>
            <a:r>
              <a:rPr lang="en-US" sz="2000" b="1" dirty="0" err="1">
                <a:solidFill>
                  <a:srgbClr val="003399"/>
                </a:solidFill>
              </a:rPr>
              <a:t>Bưu</a:t>
            </a:r>
            <a:r>
              <a:rPr lang="en-US" sz="2000" b="1" dirty="0">
                <a:solidFill>
                  <a:srgbClr val="003399"/>
                </a:solidFill>
              </a:rPr>
              <a:t> </a:t>
            </a:r>
            <a:r>
              <a:rPr lang="en-US" sz="2000" b="1" dirty="0" err="1">
                <a:solidFill>
                  <a:srgbClr val="003399"/>
                </a:solidFill>
              </a:rPr>
              <a:t>Chính</a:t>
            </a:r>
            <a:r>
              <a:rPr lang="en-US" sz="2000" b="1" dirty="0">
                <a:solidFill>
                  <a:srgbClr val="003399"/>
                </a:solidFill>
              </a:rPr>
              <a:t> Viễn Thông</a:t>
            </a:r>
            <a:endParaRPr sz="2000" b="1" dirty="0">
              <a:solidFill>
                <a:srgbClr val="003399"/>
              </a:solidFill>
            </a:endParaRPr>
          </a:p>
          <a:p>
            <a:r>
              <a:rPr sz="2000" b="1" dirty="0">
                <a:solidFill>
                  <a:srgbClr val="003399"/>
                </a:solidFill>
              </a:rPr>
              <a:t>- </a:t>
            </a:r>
            <a:r>
              <a:rPr sz="2000" b="1" dirty="0" err="1">
                <a:solidFill>
                  <a:srgbClr val="003399"/>
                </a:solidFill>
              </a:rPr>
              <a:t>Quê</a:t>
            </a:r>
            <a:r>
              <a:rPr sz="2000" b="1" dirty="0">
                <a:solidFill>
                  <a:srgbClr val="003399"/>
                </a:solidFill>
              </a:rPr>
              <a:t> </a:t>
            </a:r>
            <a:r>
              <a:rPr sz="2000" b="1" dirty="0" err="1">
                <a:solidFill>
                  <a:srgbClr val="003399"/>
                </a:solidFill>
              </a:rPr>
              <a:t>quán</a:t>
            </a:r>
            <a:r>
              <a:rPr sz="2000" b="1" dirty="0">
                <a:solidFill>
                  <a:srgbClr val="003399"/>
                </a:solidFill>
              </a:rPr>
              <a:t>: Thái Bình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>
                <a:solidFill>
                  <a:srgbClr val="008000"/>
                </a:solidFill>
              </a:rPr>
              <a:t>Sở thích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sz="1800">
                <a:solidFill>
                  <a:srgbClr val="008000"/>
                </a:solidFill>
              </a:rPr>
              <a:t>- Chơi game (FIFA, ĐTCL)</a:t>
            </a:r>
          </a:p>
          <a:p>
            <a:r>
              <a:rPr sz="1800">
                <a:solidFill>
                  <a:srgbClr val="008000"/>
                </a:solidFill>
              </a:rPr>
              <a:t>- Lập trình, công nghệ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sz="1800">
                <a:solidFill>
                  <a:srgbClr val="008000"/>
                </a:solidFill>
              </a:rPr>
              <a:t>- Đọc sách</a:t>
            </a:r>
          </a:p>
          <a:p>
            <a:r>
              <a:rPr sz="1800">
                <a:solidFill>
                  <a:srgbClr val="008000"/>
                </a:solidFill>
              </a:rPr>
              <a:t>- Du lịch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70000" y="1270000"/>
            <a:ext cx="6350000" cy="381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800" b="1">
                <a:solidFill>
                  <a:srgbClr val="FF0000"/>
                </a:solidFill>
              </a:defRPr>
            </a:pPr>
            <a:r>
              <a:t>Kỹ năng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- Tin học văn phòng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- Tiếng Anh (TOEIC)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- Kỹ năng mềm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77</Words>
  <Application>Microsoft Office PowerPoint</Application>
  <PresentationFormat>On-screen Show (4:3)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Bài tập PowerPoint 02</vt:lpstr>
      <vt:lpstr>Thông tin cá nhân</vt:lpstr>
      <vt:lpstr>Sở thích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Administrator</dc:creator>
  <cp:keywords/>
  <dc:description>generated using python-pptx</dc:description>
  <cp:lastModifiedBy>Nguyen Tan Phong D25CN07</cp:lastModifiedBy>
  <cp:revision>2</cp:revision>
  <dcterms:created xsi:type="dcterms:W3CDTF">2013-01-27T09:14:16Z</dcterms:created>
  <dcterms:modified xsi:type="dcterms:W3CDTF">2025-10-01T15:58:53Z</dcterms:modified>
  <cp:category/>
</cp:coreProperties>
</file>