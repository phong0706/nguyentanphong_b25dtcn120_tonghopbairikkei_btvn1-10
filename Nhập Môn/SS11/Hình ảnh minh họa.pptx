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79" d="100"/>
          <a:sy n="79" d="100"/>
        </p:scale>
        <p:origin x="3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D2641-9656-9630-8139-18110B22F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05F0A7-B2CE-C994-34C8-0861EA0E9C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2892F-4B0B-294F-F66C-A4DEE1FB0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05848-3942-04AF-238E-4AA77004D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758114-1055-999E-A17C-6C92BD213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762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6233D-AE43-1004-1CA4-5EBEC94A0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7C872-C237-87ED-D476-9FF8E0561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5CB6F-E1F6-43C9-8E19-25A2F3B23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73AB5-7DC7-98D8-62C0-F45C7F579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D4B3E-C2B0-02DC-98E6-0427AA6CD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501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4D8FF-7D82-95BA-23DC-C47728FE2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1F40E-A618-346F-3A8E-C1BC8B23E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6F0B7-C54A-7F98-8D59-C02EF1CA7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8F4BC2-448D-A875-4BF1-60153F2CD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072B7-9BBA-AD76-A2C9-31CE74932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670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60CC6-419C-0E16-557D-8DA0EEB84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29D05-559B-7A01-59C3-5AD447CF42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D1CE7-9AA5-3892-2809-29A4768A22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1EF214-E623-777D-A629-E8FDC9ED5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93FE43-B3A8-C5A7-7C0A-DF6509607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D68B-8013-3C3F-9347-EFF8247DF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989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1AC37-82B1-2DE4-3E52-42CF69655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C18DC-3267-E5CB-260E-6FFB2F6E7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3E668-1601-0278-16AD-906102483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CE850-143B-B832-59AA-52268DAF15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D3D49A-B241-9F04-B565-242C3F022E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17CC99-D78A-8175-5794-8800FE367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F0180C-E7A3-2820-0F34-C44884C3C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9C242E1-9217-1D12-55A8-1BE4AA4D2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29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D48D5-3180-1AA2-5422-8AA5F9C84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2B5D7A-1522-B2BE-73A4-7755E46C5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71D828-9CD0-85AE-ED9E-8B5FC8124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300FA-6A2C-8960-8AC4-B161D1CF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09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BF8D09-9413-5F2C-2574-F5C8A2B04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49F2E-CAAE-16F5-FF57-FDCBD37F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CE9E5-E08E-76BB-455A-69521D4AB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63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AA69-7698-F143-9F23-D9D71880B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49C75-62AE-B703-A25D-4C3EF1096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647ECE-9BB0-059E-8496-872F3BFE03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67C13E-C637-6748-45F9-ACF3F31BE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82021-2745-204E-5D10-5E529C9D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4F536-5E94-B8F6-FE6F-7FF557D6D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520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0986C-12FE-1B26-F8B5-57A2F0A39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4A51F2-74C8-DC50-16B6-5A0843F96B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0F57FA-6308-45F0-453A-A2A855B606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A27485-53EC-7103-6EB4-3854955B0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4E3C6-DE98-08EA-D3A9-A336EE02B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1ACB5-C938-24D0-F92B-5FD165FC3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76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11CAE-DC19-D178-2AC6-CBBE66445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33D4DA-E476-1F43-0A14-5771CEBAC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244A3-7FCF-7D3C-8623-DCC0C7DB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D69A3-E23C-3112-5655-A1781F7B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3D735-311F-6CE0-894C-87177BDB8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653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41063C-BFB3-CA1A-074C-A8D47AECC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E75E2-3933-C182-1CBF-FBB2C4E552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59922-3473-6A8F-03EA-681117C94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F2166-8072-0EB5-400E-0EA5DBC4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EF8C6-735A-6E38-5559-99336515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73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D37BDE-D959-22E2-6C97-499B1187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DAA9E3-F525-9A2A-0DC7-0ACB84F96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A84567-7194-4821-8076-0725C41A9E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BB0B0D-8CCF-45DC-B938-762CAE344802}" type="datetimeFigureOut">
              <a:rPr lang="en-US" smtClean="0"/>
              <a:t>01/10/2025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3DC39-3DC3-CE0B-0484-3C23F329B8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02CE8E-C0A9-8714-DA20-CF975C7107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4049A-326B-418B-96FC-17507FAC3C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212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E29549-9A18-8D40-7E01-D16FE6658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1.Hình ảnh minh họa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DB7ADBE-D7A3-657B-FAAA-6958CE69D7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2488" y="1659160"/>
            <a:ext cx="5907024" cy="3539680"/>
          </a:xfrm>
        </p:spPr>
      </p:pic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18B2857C-4C66-F98A-4C02-40B380592228}"/>
              </a:ext>
            </a:extLst>
          </p:cNvPr>
          <p:cNvSpPr/>
          <p:nvPr/>
        </p:nvSpPr>
        <p:spPr>
          <a:xfrm>
            <a:off x="3986784" y="1728216"/>
            <a:ext cx="4218432" cy="3401568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29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1.Hình ảnh minh họa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1</cp:revision>
  <dcterms:created xsi:type="dcterms:W3CDTF">2025-10-01T02:13:21Z</dcterms:created>
  <dcterms:modified xsi:type="dcterms:W3CDTF">2025-10-01T02:13:33Z</dcterms:modified>
</cp:coreProperties>
</file>