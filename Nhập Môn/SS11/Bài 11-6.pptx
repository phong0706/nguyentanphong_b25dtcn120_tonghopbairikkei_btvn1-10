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CA6C-5D11-C3FB-3C7D-35CF2FA59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575D6-7FF9-30C0-8586-87D08EC2D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E9E45-E8BC-8FE5-C92D-09234715F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09216-90AC-7512-D4ED-E69EA169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B06D1-4F07-01A1-B9E1-02558F81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1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17151-21CD-DD0F-506E-E453E2A5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7C224-2658-A85F-29E5-29119DBB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BC97D-6B28-1CE1-CB7C-9BBADC94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461E2-326D-85BA-615A-09ED3ED5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D1EE1E-88D8-C312-5110-36955DB344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3523" y="2006506"/>
            <a:ext cx="3082925" cy="2143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97BD5B1-63D6-1B1E-6F9B-BA1CC22924E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51688" y="2087563"/>
            <a:ext cx="3097212" cy="191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279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C80D-13FC-E71E-7437-19A0E27EA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62775-0AAB-4DD3-89E1-928321024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1F7A-CCB5-6565-7673-1B070A72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D4A52-D78F-8890-DBF0-796A9ECF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97DDE-5FF7-39E6-C0EC-99626C53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5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B967-5350-AAFF-4BBA-4C17A847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2A6C3-1E51-023F-2EFA-D0FCC2A91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6F0FC-D696-66AE-AE5A-F7C9DBDBB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8A52E-27B1-BB1D-2DA9-FD6072E1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1A6E6-BC39-54EF-EF5D-B82D77E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9C61C-A398-3963-6A29-10F30A0F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8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BC25-BF0B-F7FA-C8F0-1AF40400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D482A-4E91-666C-DF6A-EBC64A60F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7A00A-9133-5970-1C4A-972EE5076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153FD-3465-7CFB-A6AD-4BF652F70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CD4F4-0965-F3CF-7546-59C3D457D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53951-070B-2684-2DD5-919747A9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FE338-DBEC-6A1E-FE04-170C5B46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D7DFC-907F-A336-14E6-3C0D7353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5D28-2A69-6482-F752-4EDEBBBA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946B0-0FBE-958F-B080-B6FA8649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C3D8B-E62B-7953-9473-ED205162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9A505-3D8A-0F1C-625D-63BDD8811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1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1D2DB-5992-A946-C0AE-3EE394DEB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17595-7EC3-7D9E-BADA-840F1A65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50F52-8288-97C3-0C92-584649A8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78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5581-47E3-90C1-CAE7-9FC48908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00151-A3BE-0CCB-8F84-B2BADC9C8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46BDC-725E-0E45-0AE3-18988F5BA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26BE9-2CEB-ABC9-B977-36A42FAD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235D8-3EC6-E4A6-B2C4-832EED8A6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CFF8B-031A-C08E-C02E-B07B3D820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8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A7BF-17FA-8839-2177-7C1C573E5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97EE8-F8BC-3FC8-2C10-CA3BB91A8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1DC53-7183-CF1A-F7DC-E03C46F5B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4E4D9-B470-55BF-8A40-190019BB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67743-F040-55D9-9FD2-B7E754D7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61775-B148-E252-0B19-FF9543C2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7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51A1C-B78F-C6E6-3EFE-CF183E3E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EB7FE-5748-22A2-CBF9-95E50629E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976C7-7345-1A1F-83CB-BCC011B8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21B9B-9D77-CA9C-BAA0-DDFC63609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CA30D-F2A5-EF7C-C73F-DB19860C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6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35A007-AC09-2F43-C5F4-0135A504A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FA4DE-5FDB-FF98-406A-1D5ECF98E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631AB-D546-E4B2-FBAD-4C31B4D2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F25C-92B2-F51F-C2CE-919078FB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010B2-EA78-C0D9-583A-704DB300E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6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4DDB4-0DD6-4DA2-D315-7C19A3715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79FAD-20CD-BA02-DB9C-0D04E60DC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45F2A-760C-ABAA-FCE1-BFB19B52E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2105A-052F-4EB5-AD05-1789902A6B85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A722-3487-CEDC-DA0A-4473618AA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60B9D-D8F2-AA0F-A2A7-407AAC622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49376-F257-46DC-8BC0-F872A5BFB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20AAB9-AE92-A454-CA0B-A1BA50956F2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448" y="5470265"/>
            <a:ext cx="1256352" cy="70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3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794E-3C6A-74D8-2E19-56C164B94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tôi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12DC5-110A-5892-5EAA-01CFDE6DCB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Nguyen Tan Phong </a:t>
            </a:r>
            <a:r>
              <a:rPr lang="vi-VN" dirty="0"/>
              <a:t>- CNTT6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418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B308-5425-9361-24C0-E8E22237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</a:t>
            </a:r>
            <a:r>
              <a:rPr lang="vi-VN" dirty="0"/>
              <a:t>Thông tin cá nhân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6CC2-DEB1-6FF8-7374-60C7EDC8791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10654" y="170424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vi-VN" dirty="0"/>
              <a:t>- </a:t>
            </a:r>
            <a:r>
              <a:rPr lang="en-US" dirty="0" err="1"/>
              <a:t>Tên</a:t>
            </a:r>
            <a:r>
              <a:rPr lang="en-US" dirty="0"/>
              <a:t>: [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] </a:t>
            </a:r>
            <a:endParaRPr lang="vi-VN" dirty="0"/>
          </a:p>
          <a:p>
            <a:pPr marL="0" indent="0">
              <a:buNone/>
            </a:pPr>
            <a:r>
              <a:rPr lang="en-US" dirty="0"/>
              <a:t>- Chuyên </a:t>
            </a:r>
            <a:r>
              <a:rPr lang="en-US" dirty="0" err="1"/>
              <a:t>ngành</a:t>
            </a:r>
            <a:r>
              <a:rPr lang="en-US" dirty="0"/>
              <a:t>: [Chuyên </a:t>
            </a:r>
            <a:r>
              <a:rPr lang="en-US" dirty="0" err="1"/>
              <a:t>ngành</a:t>
            </a:r>
            <a:r>
              <a:rPr lang="en-US" dirty="0"/>
              <a:t>/Công </a:t>
            </a:r>
            <a:r>
              <a:rPr lang="en-US" dirty="0" err="1"/>
              <a:t>việc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2542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27D6-14BE-3A36-7C84-4EB7BD33F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Sở thích và kỹ năng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602C1-0EC9-723C-AFB9-D1754D1E8D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vi-VN" sz="2200" b="1" dirty="0"/>
              <a:t>Sở thích:</a:t>
            </a:r>
            <a:r>
              <a:rPr lang="vi-VN" sz="2200" dirty="0"/>
              <a:t> 1. Đọc sách (đặc biệt là khoa học viễn tưởng) 2. Chơi guitar 3. Chụp ảnh phong cảnh 4. Du lịch khám phá văn hóa</a:t>
            </a:r>
            <a:endParaRPr lang="en-US" sz="2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0AB5F1-3BA8-E8D4-1242-03DA4BD6E7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sz="2200" b="1" dirty="0"/>
              <a:t>Kỹ năng:</a:t>
            </a:r>
            <a:r>
              <a:rPr lang="vi-VN" sz="2200" dirty="0"/>
              <a:t> 1. </a:t>
            </a:r>
            <a:r>
              <a:rPr lang="vi-VN" sz="2200" b="1" dirty="0"/>
              <a:t>Thành thạo:</a:t>
            </a:r>
            <a:r>
              <a:rPr lang="vi-VN" sz="2200" dirty="0"/>
              <a:t> Microsoft Office Suite (Word, Excel, PowerPoint) 2. </a:t>
            </a:r>
            <a:r>
              <a:rPr lang="vi-VN" sz="2200" b="1" dirty="0"/>
              <a:t>Tốt:</a:t>
            </a:r>
            <a:r>
              <a:rPr lang="vi-VN" sz="2200" dirty="0"/>
              <a:t> Giao tiếp &amp; Làm việc nhóm 3. </a:t>
            </a:r>
            <a:r>
              <a:rPr lang="vi-VN" sz="2200" b="1" dirty="0"/>
              <a:t>Cơ bản:</a:t>
            </a:r>
            <a:r>
              <a:rPr lang="vi-VN" sz="2200" dirty="0"/>
              <a:t> Phân tích dữ liệu (SQL, Python)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7535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3F8C60-ADDC-171B-A454-9BEABE9E1317}"/>
              </a:ext>
            </a:extLst>
          </p:cNvPr>
          <p:cNvSpPr txBox="1">
            <a:spLocks/>
          </p:cNvSpPr>
          <p:nvPr/>
        </p:nvSpPr>
        <p:spPr>
          <a:xfrm>
            <a:off x="838200" y="2971673"/>
            <a:ext cx="10515600" cy="11492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vi-VN" dirty="0"/>
              <a:t>CẢM ƠN ĐÃ LẮNG NGHE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278032"/>
      </p:ext>
    </p:extLst>
  </p:cSld>
  <p:clrMapOvr>
    <a:masterClrMapping/>
  </p:clrMapOvr>
</p:sld>
</file>

<file path=ppt/theme/theme1.xml><?xml version="1.0" encoding="utf-8"?>
<a:theme xmlns:a="http://schemas.openxmlformats.org/drawingml/2006/main" name="LAYOUT HAI CỘT TÙY CHỈNH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122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Garamond</vt:lpstr>
      <vt:lpstr>LAYOUT HAI CỘT TÙY CHỈNH</vt:lpstr>
      <vt:lpstr>Giới thiệu về tôi</vt:lpstr>
      <vt:lpstr>1.Thông tin cá nhân</vt:lpstr>
      <vt:lpstr>3. Sở thích và kỹ năng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Nguyen Tan Phong D25CN07</cp:lastModifiedBy>
  <cp:revision>4</cp:revision>
  <dcterms:created xsi:type="dcterms:W3CDTF">2025-09-30T21:29:32Z</dcterms:created>
  <dcterms:modified xsi:type="dcterms:W3CDTF">2025-10-06T07:34:03Z</dcterms:modified>
</cp:coreProperties>
</file>