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160</c:v>
                </c:pt>
                <c:pt idx="2">
                  <c:v>170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73-4434-9BD4-342A6A6C4AE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82256384"/>
        <c:axId val="382254584"/>
      </c:lineChart>
      <c:catAx>
        <c:axId val="38225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2254584"/>
        <c:crosses val="autoZero"/>
        <c:auto val="1"/>
        <c:lblAlgn val="ctr"/>
        <c:lblOffset val="100"/>
        <c:noMultiLvlLbl val="0"/>
      </c:catAx>
      <c:valAx>
        <c:axId val="382254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225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23E2-D980-D22D-541E-76C88E335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F8683-5B85-1ECA-76D3-282EE3FE0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6BC8D-6260-3F84-CFD0-4CF08D2A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2F290-8938-3AC9-6E7D-2A8112B3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9FE89-8D17-C69B-1B9C-FCA2324E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7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E47B-0B64-AFCD-3F35-3C6D09E3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F937-947B-782A-3609-1B82140D3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1CDB6-A8EB-674C-9250-F7B83399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C0C30-3886-767E-05AA-76929DA0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30805-B8EA-1D9C-4A4B-D45D6A90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9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9E38-146E-06A3-2549-C3AB3A1B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E6AF0-073F-6BD4-6846-3A9837DF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592E6-B0B2-4420-9AD6-69468D56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FD15-2041-EA2D-7BF5-5EF73535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2A8FE-3BF1-0CAF-E542-A41EDF8E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BFB2-CF08-92D1-91AB-DA41E6FE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0D34-E6FB-2109-D241-BB3DF4F1A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5C1C6-2A21-B38C-7083-B0C0CBC61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23AD8-4209-3F82-0DC8-49765C5F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EBAD3-D308-16B2-216C-15081942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5F55A-15D3-7823-1CBE-8E4937D2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7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22F9-D299-E18D-BBC7-A9480604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B1A2-095F-9BB3-9E37-D1AA34E4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FD55F-038C-789A-65AF-5265ABE11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A12A0-F48E-6442-BDFC-44B82B7B0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9145E-5586-400F-CE50-5FF664CF0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84053-AD1B-1DD9-5A21-7890B750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D50BC-1212-4615-308B-80FEDB59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9CCDE-2B3B-7BBC-F1EC-8FEF569B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98AC-47ED-8293-12CE-8B1E7B05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0ADF9-33BC-5C3C-DD27-C1E25A07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97186-E108-4389-C300-4C620E87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CA5DE-D1A7-0B47-2521-89D607BE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0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1311A-AC41-709E-66B1-9F59C46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B88BC-72A6-CED6-0FF0-54ACD9EA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D2DA-5666-9FBE-1B40-891F9E29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0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1606-93C7-D1B7-F38A-4F434249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4BE4-1847-853A-7362-E93984C37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97DCA-80F2-0110-4D89-FC4201C0B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36ADD-4789-1F3D-E876-333865BD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ECB81-9B30-9CF8-B933-C0744A96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25419-33FC-162F-D2EA-261AC66C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4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A66C-EAF5-1CE8-C126-33BF7507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A4AAE-6426-0782-9297-DD8D6FA1E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57555-2FFD-6BA9-341C-8B9A1BE25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3FC2D-0378-A5C1-45B9-2D3A797DC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55223-7E14-933B-19ED-2325C09A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405B6-198F-F4F1-DD7A-35FB214A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5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40E2-4046-D9BC-645D-101AF59E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F9F64-36CB-F99D-D378-F90069074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BA65-DDDF-002F-03FB-843B1ACC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CD4D-C45B-A837-949A-06F38A3B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3ABB-6254-0AAF-FC09-8D5C3AF6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9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E56F9-3C8E-5D0E-2032-548B53A77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9CD7C-BD12-CD92-0F0E-151640CB6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DC61-1F70-7A29-92BF-633625B4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A521-74DE-8948-E7B5-B7A9DA2B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76DC-7764-9762-04E9-490E6A29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249A5-816C-520E-96B3-E64C0182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1A4F-BC3F-3F69-54D5-1AD6E731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DD6D-B71C-B855-95D2-C23DF0819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33EAA-2282-4934-9C6D-0F5A2DAE4241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0EF22-9338-960C-C010-1C1744813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26E0-768B-893D-422A-406AE6404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17BA-113F-4BB4-9F61-2AD71640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8C2B0-4042-D73E-4489-D60643B6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BIỂU ĐỒ DOANH THU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48EF542-1A65-9995-E7FF-2C4E085CB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8254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5049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BIỂU ĐỒ DOANH THU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2025-10-01T02:42:25Z</dcterms:created>
  <dcterms:modified xsi:type="dcterms:W3CDTF">2025-10-01T02:44:28Z</dcterms:modified>
</cp:coreProperties>
</file>