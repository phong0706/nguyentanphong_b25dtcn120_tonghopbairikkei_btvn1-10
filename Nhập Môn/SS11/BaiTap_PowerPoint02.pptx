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Bài tập PowerPoint 02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Nguyễn Tấn Phong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